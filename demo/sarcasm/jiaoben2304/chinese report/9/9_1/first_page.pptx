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7199313" cy="936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9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C887D-13CF-45CF-8BA1-CEA69189E219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1143000"/>
            <a:ext cx="2374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998DA-4F9D-40AD-B946-223C6F8A8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8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9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03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11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6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2077"/>
            <a:ext cx="6119416" cy="325918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949"/>
            <a:ext cx="5399485" cy="226019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7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7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874"/>
            <a:ext cx="6209407" cy="389411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4832"/>
            <a:ext cx="6209407" cy="2047825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27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7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415"/>
            <a:ext cx="6209407" cy="1809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865"/>
            <a:ext cx="3045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9544"/>
            <a:ext cx="3045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865"/>
            <a:ext cx="3060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9544"/>
            <a:ext cx="3060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7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0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883"/>
            <a:ext cx="3644652" cy="6652724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04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883"/>
            <a:ext cx="3644652" cy="6652724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7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413"/>
            <a:ext cx="1552352" cy="79334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413"/>
            <a:ext cx="4567064" cy="79334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415"/>
            <a:ext cx="6209407" cy="1809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2063"/>
            <a:ext cx="6209407" cy="5939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6AC1-9EBE-4FAC-AB84-7C4667A0BEE3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6714"/>
            <a:ext cx="2429768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6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115449" y="795321"/>
            <a:ext cx="52963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0" i="0" dirty="0">
                <a:solidFill>
                  <a:srgbClr val="2A2B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Implicit Emotion Week Report</a:t>
            </a:r>
            <a:endParaRPr lang="en-US" altLang="zh-CN" sz="43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4379869" y="3039405"/>
            <a:ext cx="295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2022 September 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4785755" y="8882618"/>
            <a:ext cx="2318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Turn the page here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42756" y="1047514"/>
            <a:ext cx="52963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0" i="0" dirty="0">
                <a:solidFill>
                  <a:srgbClr val="2A2B2E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互联网隐式情感周报</a:t>
            </a:r>
            <a:endParaRPr lang="en-US" altLang="zh-CN" sz="43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4385530" y="3091543"/>
            <a:ext cx="2813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2022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年六月第一期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5675101" y="8882618"/>
            <a:ext cx="1151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此处翻页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96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6926FA-17B3-3F3A-2480-88B1352F0803}"/>
              </a:ext>
            </a:extLst>
          </p:cNvPr>
          <p:cNvSpPr/>
          <p:nvPr/>
        </p:nvSpPr>
        <p:spPr>
          <a:xfrm>
            <a:off x="411480" y="2590800"/>
            <a:ext cx="579120" cy="4648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2C7C84-08CF-F42E-62C6-38B6AF41EEC0}"/>
              </a:ext>
            </a:extLst>
          </p:cNvPr>
          <p:cNvCxnSpPr>
            <a:cxnSpLocks/>
          </p:cNvCxnSpPr>
          <p:nvPr/>
        </p:nvCxnSpPr>
        <p:spPr>
          <a:xfrm>
            <a:off x="1120457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F0C09C9-83E9-A6E5-BF4F-F17AF0D6F57E}"/>
              </a:ext>
            </a:extLst>
          </p:cNvPr>
          <p:cNvCxnSpPr>
            <a:cxnSpLocks/>
          </p:cNvCxnSpPr>
          <p:nvPr/>
        </p:nvCxnSpPr>
        <p:spPr>
          <a:xfrm>
            <a:off x="1229994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6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336</TotalTime>
  <Words>28</Words>
  <Application>Microsoft Office PowerPoint</Application>
  <PresentationFormat>自定义</PresentationFormat>
  <Paragraphs>10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楷体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changsong wen</dc:creator>
  <cp:lastModifiedBy>changsong wen</cp:lastModifiedBy>
  <cp:revision>48</cp:revision>
  <dcterms:created xsi:type="dcterms:W3CDTF">2023-06-19T12:13:38Z</dcterms:created>
  <dcterms:modified xsi:type="dcterms:W3CDTF">2023-06-28T13:56:31Z</dcterms:modified>
</cp:coreProperties>
</file>