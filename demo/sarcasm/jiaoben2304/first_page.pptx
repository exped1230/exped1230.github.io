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"/>
  </p:notesMasterIdLst>
  <p:sldIdLst>
    <p:sldId id="256" r:id="rId2"/>
    <p:sldId id="259" r:id="rId3"/>
    <p:sldId id="257" r:id="rId4"/>
    <p:sldId id="258" r:id="rId5"/>
  </p:sldIdLst>
  <p:sldSz cx="7199313" cy="9361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52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C887D-13CF-45CF-8BA1-CEA69189E219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1143000"/>
            <a:ext cx="2374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1998DA-4F9D-40AD-B946-223C6F8A8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4780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2394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5031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211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3364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532077"/>
            <a:ext cx="6119416" cy="3259185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4916949"/>
            <a:ext cx="5399485" cy="2260192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371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76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2333874"/>
            <a:ext cx="6209407" cy="3894118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6264832"/>
            <a:ext cx="6209407" cy="2047825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7272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8725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498415"/>
            <a:ext cx="6209407" cy="1809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2294865"/>
            <a:ext cx="3045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3419544"/>
            <a:ext cx="3045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2294865"/>
            <a:ext cx="3060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3419544"/>
            <a:ext cx="3060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4177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6344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1109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347883"/>
            <a:ext cx="3644652" cy="6652724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1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347883"/>
            <a:ext cx="3644652" cy="6652724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572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1283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498413"/>
            <a:ext cx="1552352" cy="793342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498413"/>
            <a:ext cx="4567064" cy="793342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01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498415"/>
            <a:ext cx="6209407" cy="1809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2492063"/>
            <a:ext cx="6209407" cy="59397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066AC1-9EBE-4FAC-AB84-7C4667A0BEE3}" type="datetimeFigureOut">
              <a:rPr lang="zh-CN" altLang="en-US" smtClean="0"/>
              <a:t>2023/7/1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8676714"/>
            <a:ext cx="2429768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666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115449" y="795321"/>
            <a:ext cx="5296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0" i="0" dirty="0">
                <a:solidFill>
                  <a:srgbClr val="2A2B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Internet Implicit Emotion Week Report</a:t>
            </a:r>
            <a:endParaRPr lang="en-US" altLang="zh-CN" sz="43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4379869" y="3039405"/>
            <a:ext cx="29501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2022 September 1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21E411-B6DF-AF73-F1C5-2D0702B9BBB3}"/>
              </a:ext>
            </a:extLst>
          </p:cNvPr>
          <p:cNvSpPr txBox="1"/>
          <p:nvPr/>
        </p:nvSpPr>
        <p:spPr>
          <a:xfrm>
            <a:off x="4785755" y="8882618"/>
            <a:ext cx="23185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Turn the page here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F164D18F-7E80-5FDF-3832-0414D5624C9E}"/>
              </a:ext>
            </a:extLst>
          </p:cNvPr>
          <p:cNvSpPr/>
          <p:nvPr/>
        </p:nvSpPr>
        <p:spPr>
          <a:xfrm>
            <a:off x="6727397" y="9053002"/>
            <a:ext cx="297656" cy="76064"/>
          </a:xfrm>
          <a:prstGeom prst="rightArrow">
            <a:avLst>
              <a:gd name="adj1" fmla="val 30534"/>
              <a:gd name="adj2" fmla="val 14434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4540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42756" y="1047514"/>
            <a:ext cx="52963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400" b="0" i="0" dirty="0">
                <a:solidFill>
                  <a:srgbClr val="2A2B2E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互联网隐式情感周报</a:t>
            </a:r>
            <a:endParaRPr lang="en-US" altLang="zh-CN" sz="4300" dirty="0"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5042477" y="3029988"/>
            <a:ext cx="2057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2023</a:t>
            </a:r>
            <a:r>
              <a:rPr lang="zh-CN" altLang="en-US" sz="28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年精选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21E411-B6DF-AF73-F1C5-2D0702B9BBB3}"/>
              </a:ext>
            </a:extLst>
          </p:cNvPr>
          <p:cNvSpPr txBox="1"/>
          <p:nvPr/>
        </p:nvSpPr>
        <p:spPr>
          <a:xfrm>
            <a:off x="5675101" y="8882618"/>
            <a:ext cx="1151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此处翻页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F164D18F-7E80-5FDF-3832-0414D5624C9E}"/>
              </a:ext>
            </a:extLst>
          </p:cNvPr>
          <p:cNvSpPr/>
          <p:nvPr/>
        </p:nvSpPr>
        <p:spPr>
          <a:xfrm>
            <a:off x="6727397" y="9053002"/>
            <a:ext cx="297656" cy="76064"/>
          </a:xfrm>
          <a:prstGeom prst="rightArrow">
            <a:avLst>
              <a:gd name="adj1" fmla="val 30534"/>
              <a:gd name="adj2" fmla="val 14434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2966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221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F6926FA-17B3-3F3A-2480-88B1352F0803}"/>
              </a:ext>
            </a:extLst>
          </p:cNvPr>
          <p:cNvSpPr/>
          <p:nvPr/>
        </p:nvSpPr>
        <p:spPr>
          <a:xfrm>
            <a:off x="411480" y="2590800"/>
            <a:ext cx="579120" cy="46482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2C7C84-08CF-F42E-62C6-38B6AF41EEC0}"/>
              </a:ext>
            </a:extLst>
          </p:cNvPr>
          <p:cNvCxnSpPr>
            <a:cxnSpLocks/>
          </p:cNvCxnSpPr>
          <p:nvPr/>
        </p:nvCxnSpPr>
        <p:spPr>
          <a:xfrm>
            <a:off x="1120457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F0C09C9-83E9-A6E5-BF4F-F17AF0D6F57E}"/>
              </a:ext>
            </a:extLst>
          </p:cNvPr>
          <p:cNvCxnSpPr>
            <a:cxnSpLocks/>
          </p:cNvCxnSpPr>
          <p:nvPr/>
        </p:nvCxnSpPr>
        <p:spPr>
          <a:xfrm>
            <a:off x="1229994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8362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337</TotalTime>
  <Words>27</Words>
  <Application>Microsoft Office PowerPoint</Application>
  <PresentationFormat>自定义</PresentationFormat>
  <Paragraphs>10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等线</vt:lpstr>
      <vt:lpstr>楷体</vt:lpstr>
      <vt:lpstr>Arial</vt:lpstr>
      <vt:lpstr>Calibri</vt:lpstr>
      <vt:lpstr>Calibri Light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changsong wen</dc:creator>
  <cp:lastModifiedBy>changsong wen</cp:lastModifiedBy>
  <cp:revision>50</cp:revision>
  <dcterms:created xsi:type="dcterms:W3CDTF">2023-06-19T12:13:38Z</dcterms:created>
  <dcterms:modified xsi:type="dcterms:W3CDTF">2023-06-30T16:53:25Z</dcterms:modified>
</cp:coreProperties>
</file>