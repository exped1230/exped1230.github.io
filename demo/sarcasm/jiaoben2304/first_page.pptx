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9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0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364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2023/6/28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795321"/>
            <a:ext cx="5296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0" i="0" dirty="0">
                <a:solidFill>
                  <a:srgbClr val="2A2B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Implicit Emotion Week Report</a:t>
            </a:r>
            <a:endParaRPr lang="en-US" altLang="zh-CN" sz="43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79869" y="3039405"/>
            <a:ext cx="2950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2022 September 1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4785755" y="8882618"/>
            <a:ext cx="2318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Turn the page here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42756" y="1047514"/>
            <a:ext cx="52963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400" b="0" i="0" dirty="0">
                <a:solidFill>
                  <a:srgbClr val="2A2B2E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互联网隐式情感周报</a:t>
            </a:r>
            <a:endParaRPr lang="en-US" altLang="zh-CN" sz="43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85530" y="3091543"/>
            <a:ext cx="2813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2022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年九月第一期</a:t>
            </a:r>
            <a:endParaRPr lang="zh-CN" altLang="en-US" sz="24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5675101" y="8882618"/>
            <a:ext cx="1151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此处翻页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66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F6926FA-17B3-3F3A-2480-88B1352F0803}"/>
              </a:ext>
            </a:extLst>
          </p:cNvPr>
          <p:cNvSpPr/>
          <p:nvPr/>
        </p:nvSpPr>
        <p:spPr>
          <a:xfrm>
            <a:off x="411480" y="2590800"/>
            <a:ext cx="579120" cy="46482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2C7C84-08CF-F42E-62C6-38B6AF41EEC0}"/>
              </a:ext>
            </a:extLst>
          </p:cNvPr>
          <p:cNvCxnSpPr>
            <a:cxnSpLocks/>
          </p:cNvCxnSpPr>
          <p:nvPr/>
        </p:nvCxnSpPr>
        <p:spPr>
          <a:xfrm>
            <a:off x="1120457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F0C09C9-83E9-A6E5-BF4F-F17AF0D6F57E}"/>
              </a:ext>
            </a:extLst>
          </p:cNvPr>
          <p:cNvCxnSpPr>
            <a:cxnSpLocks/>
          </p:cNvCxnSpPr>
          <p:nvPr/>
        </p:nvCxnSpPr>
        <p:spPr>
          <a:xfrm>
            <a:off x="1229994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62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330</TotalTime>
  <Words>28</Words>
  <Application>Microsoft Office PowerPoint</Application>
  <PresentationFormat>自定义</PresentationFormat>
  <Paragraphs>10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楷体</vt:lpstr>
      <vt:lpstr>Arial</vt:lpstr>
      <vt:lpstr>Calibri</vt:lpstr>
      <vt:lpstr>Calibri Light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changsong wen</cp:lastModifiedBy>
  <cp:revision>28</cp:revision>
  <dcterms:created xsi:type="dcterms:W3CDTF">2023-06-19T12:13:38Z</dcterms:created>
  <dcterms:modified xsi:type="dcterms:W3CDTF">2023-06-28T13:50:00Z</dcterms:modified>
</cp:coreProperties>
</file>