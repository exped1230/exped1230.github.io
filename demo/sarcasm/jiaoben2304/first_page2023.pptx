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7199313" cy="9361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29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C887D-13CF-45CF-8BA1-CEA69189E219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1143000"/>
            <a:ext cx="2374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1998DA-4F9D-40AD-B946-223C6F8A8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78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394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031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211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998DA-4F9D-40AD-B946-223C6F8A8A4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364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532077"/>
            <a:ext cx="6119416" cy="325918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916949"/>
            <a:ext cx="5399485" cy="226019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37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27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333874"/>
            <a:ext cx="6209407" cy="3894118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264832"/>
            <a:ext cx="6209407" cy="2047825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27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492063"/>
            <a:ext cx="3059708" cy="59397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492063"/>
            <a:ext cx="3059708" cy="59397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72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98415"/>
            <a:ext cx="6209407" cy="1809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94865"/>
            <a:ext cx="3045646" cy="1124678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419544"/>
            <a:ext cx="3045646" cy="50296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94865"/>
            <a:ext cx="3060646" cy="1124678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419544"/>
            <a:ext cx="3060646" cy="50296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177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34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109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4099"/>
            <a:ext cx="2321966" cy="218434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347883"/>
            <a:ext cx="3644652" cy="6652724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8447"/>
            <a:ext cx="2321966" cy="5202994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04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4099"/>
            <a:ext cx="2321966" cy="218434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347883"/>
            <a:ext cx="3644652" cy="6652724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8447"/>
            <a:ext cx="2321966" cy="5202994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57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28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98413"/>
            <a:ext cx="1552352" cy="793342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98413"/>
            <a:ext cx="4567064" cy="793342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6AC1-9EBE-4FAC-AB84-7C4667A0BEE3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01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98415"/>
            <a:ext cx="6209407" cy="1809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492063"/>
            <a:ext cx="6209407" cy="5939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676714"/>
            <a:ext cx="1619845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66AC1-9EBE-4FAC-AB84-7C4667A0BEE3}" type="datetimeFigureOut">
              <a:rPr lang="zh-CN" altLang="en-US" smtClean="0"/>
              <a:t>2023/7/1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676714"/>
            <a:ext cx="2429768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676714"/>
            <a:ext cx="1619845" cy="498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D68A9-A8E2-40B2-A331-3ED2A133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66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7A7E7A4-38BB-5890-055A-928A030CF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9" y="101600"/>
            <a:ext cx="6968415" cy="91313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E1D2235-05F0-E3F4-ACD4-2B4429ED1069}"/>
              </a:ext>
            </a:extLst>
          </p:cNvPr>
          <p:cNvSpPr txBox="1"/>
          <p:nvPr/>
        </p:nvSpPr>
        <p:spPr>
          <a:xfrm>
            <a:off x="115449" y="795321"/>
            <a:ext cx="529639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b="0" i="0" dirty="0">
                <a:solidFill>
                  <a:srgbClr val="2A2B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Implicit Emotion Week Report</a:t>
            </a:r>
            <a:endParaRPr lang="en-US" altLang="zh-CN" sz="43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8DB766-A755-BD81-B1C1-94AC56F776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29" t="10485" r="28140" b="8540"/>
          <a:stretch/>
        </p:blipFill>
        <p:spPr>
          <a:xfrm>
            <a:off x="5266457" y="179388"/>
            <a:ext cx="1743545" cy="250569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0105A35-3606-2950-3B9C-09BD5D35358C}"/>
              </a:ext>
            </a:extLst>
          </p:cNvPr>
          <p:cNvSpPr txBox="1"/>
          <p:nvPr/>
        </p:nvSpPr>
        <p:spPr>
          <a:xfrm>
            <a:off x="4379869" y="3039405"/>
            <a:ext cx="29501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2022 September 1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21E411-B6DF-AF73-F1C5-2D0702B9BBB3}"/>
              </a:ext>
            </a:extLst>
          </p:cNvPr>
          <p:cNvSpPr txBox="1"/>
          <p:nvPr/>
        </p:nvSpPr>
        <p:spPr>
          <a:xfrm>
            <a:off x="4785755" y="8882618"/>
            <a:ext cx="2318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Turn the page here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F164D18F-7E80-5FDF-3832-0414D5624C9E}"/>
              </a:ext>
            </a:extLst>
          </p:cNvPr>
          <p:cNvSpPr/>
          <p:nvPr/>
        </p:nvSpPr>
        <p:spPr>
          <a:xfrm>
            <a:off x="6727397" y="9053002"/>
            <a:ext cx="297656" cy="76064"/>
          </a:xfrm>
          <a:prstGeom prst="rightArrow">
            <a:avLst>
              <a:gd name="adj1" fmla="val 30534"/>
              <a:gd name="adj2" fmla="val 14434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540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7A7E7A4-38BB-5890-055A-928A030CF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9" y="101600"/>
            <a:ext cx="6968415" cy="91313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E1D2235-05F0-E3F4-ACD4-2B4429ED1069}"/>
              </a:ext>
            </a:extLst>
          </p:cNvPr>
          <p:cNvSpPr txBox="1"/>
          <p:nvPr/>
        </p:nvSpPr>
        <p:spPr>
          <a:xfrm>
            <a:off x="42756" y="1047514"/>
            <a:ext cx="52963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400" b="0" i="0" dirty="0">
                <a:solidFill>
                  <a:srgbClr val="2A2B2E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互联网隐式情感周报</a:t>
            </a:r>
            <a:endParaRPr lang="en-US" altLang="zh-CN" sz="43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8DB766-A755-BD81-B1C1-94AC56F776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29" t="10485" r="28140" b="8540"/>
          <a:stretch/>
        </p:blipFill>
        <p:spPr>
          <a:xfrm>
            <a:off x="5266457" y="179388"/>
            <a:ext cx="1743545" cy="250569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0105A35-3606-2950-3B9C-09BD5D35358C}"/>
              </a:ext>
            </a:extLst>
          </p:cNvPr>
          <p:cNvSpPr txBox="1"/>
          <p:nvPr/>
        </p:nvSpPr>
        <p:spPr>
          <a:xfrm>
            <a:off x="5042477" y="3029988"/>
            <a:ext cx="2057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2023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年精选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21E411-B6DF-AF73-F1C5-2D0702B9BBB3}"/>
              </a:ext>
            </a:extLst>
          </p:cNvPr>
          <p:cNvSpPr txBox="1"/>
          <p:nvPr/>
        </p:nvSpPr>
        <p:spPr>
          <a:xfrm>
            <a:off x="5675101" y="8882618"/>
            <a:ext cx="1151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此处翻页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F164D18F-7E80-5FDF-3832-0414D5624C9E}"/>
              </a:ext>
            </a:extLst>
          </p:cNvPr>
          <p:cNvSpPr/>
          <p:nvPr/>
        </p:nvSpPr>
        <p:spPr>
          <a:xfrm>
            <a:off x="6727397" y="9053002"/>
            <a:ext cx="297656" cy="76064"/>
          </a:xfrm>
          <a:prstGeom prst="rightArrow">
            <a:avLst>
              <a:gd name="adj1" fmla="val 30534"/>
              <a:gd name="adj2" fmla="val 14434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966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87A7E7A4-38BB-5890-055A-928A030CF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9" y="101600"/>
            <a:ext cx="6968415" cy="91313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8DB766-A755-BD81-B1C1-94AC56F776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229" t="10485" r="28140" b="8540"/>
          <a:stretch/>
        </p:blipFill>
        <p:spPr>
          <a:xfrm>
            <a:off x="5266457" y="179388"/>
            <a:ext cx="1743545" cy="250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221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F6926FA-17B3-3F3A-2480-88B1352F0803}"/>
              </a:ext>
            </a:extLst>
          </p:cNvPr>
          <p:cNvSpPr/>
          <p:nvPr/>
        </p:nvSpPr>
        <p:spPr>
          <a:xfrm>
            <a:off x="411480" y="2590800"/>
            <a:ext cx="579120" cy="46482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22C7C84-08CF-F42E-62C6-38B6AF41EEC0}"/>
              </a:ext>
            </a:extLst>
          </p:cNvPr>
          <p:cNvCxnSpPr>
            <a:cxnSpLocks/>
          </p:cNvCxnSpPr>
          <p:nvPr/>
        </p:nvCxnSpPr>
        <p:spPr>
          <a:xfrm>
            <a:off x="1120457" y="2555081"/>
            <a:ext cx="0" cy="53340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F0C09C9-83E9-A6E5-BF4F-F17AF0D6F57E}"/>
              </a:ext>
            </a:extLst>
          </p:cNvPr>
          <p:cNvCxnSpPr>
            <a:cxnSpLocks/>
          </p:cNvCxnSpPr>
          <p:nvPr/>
        </p:nvCxnSpPr>
        <p:spPr>
          <a:xfrm>
            <a:off x="1229994" y="2555081"/>
            <a:ext cx="0" cy="53340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62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337</TotalTime>
  <Words>27</Words>
  <Application>Microsoft Office PowerPoint</Application>
  <PresentationFormat>自定义</PresentationFormat>
  <Paragraphs>10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楷体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changsong wen</dc:creator>
  <cp:lastModifiedBy>changsong wen</cp:lastModifiedBy>
  <cp:revision>50</cp:revision>
  <dcterms:created xsi:type="dcterms:W3CDTF">2023-06-19T12:13:38Z</dcterms:created>
  <dcterms:modified xsi:type="dcterms:W3CDTF">2023-06-30T16:53:43Z</dcterms:modified>
</cp:coreProperties>
</file>