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notesMasterIdLst>
    <p:notesMasterId r:id="rId3"/>
  </p:notesMasterIdLst>
  <p:sldIdLst>
    <p:sldId id="256" r:id="rId2"/>
  </p:sldIdLst>
  <p:sldSz cx="7199313" cy="936148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2976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F2C887D-13CF-45CF-8BA1-CEA69189E219}" type="datetimeFigureOut">
              <a:rPr lang="zh-CN" altLang="en-US" smtClean="0"/>
              <a:t>2023/6/23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2241550" y="1143000"/>
            <a:ext cx="23749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51998DA-4F9D-40AD-B946-223C6F8A8A4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547806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1998DA-4F9D-40AD-B946-223C6F8A8A4E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123947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39949" y="1532077"/>
            <a:ext cx="6119416" cy="3259185"/>
          </a:xfrm>
        </p:spPr>
        <p:txBody>
          <a:bodyPr anchor="b"/>
          <a:lstStyle>
            <a:lvl1pPr algn="ctr">
              <a:defRPr sz="4724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99914" y="4916949"/>
            <a:ext cx="5399485" cy="2260192"/>
          </a:xfrm>
        </p:spPr>
        <p:txBody>
          <a:bodyPr/>
          <a:lstStyle>
            <a:lvl1pPr marL="0" indent="0" algn="ctr">
              <a:buNone/>
              <a:defRPr sz="1890"/>
            </a:lvl1pPr>
            <a:lvl2pPr marL="359954" indent="0" algn="ctr">
              <a:buNone/>
              <a:defRPr sz="1575"/>
            </a:lvl2pPr>
            <a:lvl3pPr marL="719907" indent="0" algn="ctr">
              <a:buNone/>
              <a:defRPr sz="1417"/>
            </a:lvl3pPr>
            <a:lvl4pPr marL="1079861" indent="0" algn="ctr">
              <a:buNone/>
              <a:defRPr sz="1260"/>
            </a:lvl4pPr>
            <a:lvl5pPr marL="1439814" indent="0" algn="ctr">
              <a:buNone/>
              <a:defRPr sz="1260"/>
            </a:lvl5pPr>
            <a:lvl6pPr marL="1799768" indent="0" algn="ctr">
              <a:buNone/>
              <a:defRPr sz="1260"/>
            </a:lvl6pPr>
            <a:lvl7pPr marL="2159721" indent="0" algn="ctr">
              <a:buNone/>
              <a:defRPr sz="1260"/>
            </a:lvl7pPr>
            <a:lvl8pPr marL="2519675" indent="0" algn="ctr">
              <a:buNone/>
              <a:defRPr sz="1260"/>
            </a:lvl8pPr>
            <a:lvl9pPr marL="2879628" indent="0" algn="ctr">
              <a:buNone/>
              <a:defRPr sz="126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066AC1-9EBE-4FAC-AB84-7C4667A0BEE3}" type="datetimeFigureOut">
              <a:rPr lang="zh-CN" altLang="en-US" smtClean="0"/>
              <a:t>2023/6/23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9D68A9-A8E2-40B2-A331-3ED2A13328E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043715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066AC1-9EBE-4FAC-AB84-7C4667A0BEE3}" type="datetimeFigureOut">
              <a:rPr lang="zh-CN" altLang="en-US" smtClean="0"/>
              <a:t>2023/6/23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9D68A9-A8E2-40B2-A331-3ED2A13328E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902768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1204" y="2333874"/>
            <a:ext cx="6209407" cy="3894118"/>
          </a:xfrm>
        </p:spPr>
        <p:txBody>
          <a:bodyPr anchor="b"/>
          <a:lstStyle>
            <a:lvl1pPr>
              <a:defRPr sz="4724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1204" y="6264832"/>
            <a:ext cx="6209407" cy="2047825"/>
          </a:xfrm>
        </p:spPr>
        <p:txBody>
          <a:bodyPr/>
          <a:lstStyle>
            <a:lvl1pPr marL="0" indent="0">
              <a:buNone/>
              <a:defRPr sz="1890">
                <a:solidFill>
                  <a:schemeClr val="tx1"/>
                </a:solidFill>
              </a:defRPr>
            </a:lvl1pPr>
            <a:lvl2pPr marL="359954" indent="0">
              <a:buNone/>
              <a:defRPr sz="1575">
                <a:solidFill>
                  <a:schemeClr val="tx1">
                    <a:tint val="75000"/>
                  </a:schemeClr>
                </a:solidFill>
              </a:defRPr>
            </a:lvl2pPr>
            <a:lvl3pPr marL="719907" indent="0">
              <a:buNone/>
              <a:defRPr sz="1417">
                <a:solidFill>
                  <a:schemeClr val="tx1">
                    <a:tint val="75000"/>
                  </a:schemeClr>
                </a:solidFill>
              </a:defRPr>
            </a:lvl3pPr>
            <a:lvl4pPr marL="1079861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4pPr>
            <a:lvl5pPr marL="1439814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5pPr>
            <a:lvl6pPr marL="1799768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6pPr>
            <a:lvl7pPr marL="2159721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7pPr>
            <a:lvl8pPr marL="2519675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8pPr>
            <a:lvl9pPr marL="2879628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066AC1-9EBE-4FAC-AB84-7C4667A0BEE3}" type="datetimeFigureOut">
              <a:rPr lang="zh-CN" altLang="en-US" smtClean="0"/>
              <a:t>2023/6/23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9D68A9-A8E2-40B2-A331-3ED2A13328E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972728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94953" y="2492063"/>
            <a:ext cx="3059708" cy="593977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644652" y="2492063"/>
            <a:ext cx="3059708" cy="593977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066AC1-9EBE-4FAC-AB84-7C4667A0BEE3}" type="datetimeFigureOut">
              <a:rPr lang="zh-CN" altLang="en-US" smtClean="0"/>
              <a:t>2023/6/23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9D68A9-A8E2-40B2-A331-3ED2A13328E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587258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891" y="498415"/>
            <a:ext cx="6209407" cy="180945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5891" y="2294865"/>
            <a:ext cx="3045646" cy="1124678"/>
          </a:xfrm>
        </p:spPr>
        <p:txBody>
          <a:bodyPr anchor="b"/>
          <a:lstStyle>
            <a:lvl1pPr marL="0" indent="0">
              <a:buNone/>
              <a:defRPr sz="1890" b="1"/>
            </a:lvl1pPr>
            <a:lvl2pPr marL="359954" indent="0">
              <a:buNone/>
              <a:defRPr sz="1575" b="1"/>
            </a:lvl2pPr>
            <a:lvl3pPr marL="719907" indent="0">
              <a:buNone/>
              <a:defRPr sz="1417" b="1"/>
            </a:lvl3pPr>
            <a:lvl4pPr marL="1079861" indent="0">
              <a:buNone/>
              <a:defRPr sz="1260" b="1"/>
            </a:lvl4pPr>
            <a:lvl5pPr marL="1439814" indent="0">
              <a:buNone/>
              <a:defRPr sz="1260" b="1"/>
            </a:lvl5pPr>
            <a:lvl6pPr marL="1799768" indent="0">
              <a:buNone/>
              <a:defRPr sz="1260" b="1"/>
            </a:lvl6pPr>
            <a:lvl7pPr marL="2159721" indent="0">
              <a:buNone/>
              <a:defRPr sz="1260" b="1"/>
            </a:lvl7pPr>
            <a:lvl8pPr marL="2519675" indent="0">
              <a:buNone/>
              <a:defRPr sz="1260" b="1"/>
            </a:lvl8pPr>
            <a:lvl9pPr marL="2879628" indent="0">
              <a:buNone/>
              <a:defRPr sz="126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5891" y="3419544"/>
            <a:ext cx="3045646" cy="502963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644652" y="2294865"/>
            <a:ext cx="3060646" cy="1124678"/>
          </a:xfrm>
        </p:spPr>
        <p:txBody>
          <a:bodyPr anchor="b"/>
          <a:lstStyle>
            <a:lvl1pPr marL="0" indent="0">
              <a:buNone/>
              <a:defRPr sz="1890" b="1"/>
            </a:lvl1pPr>
            <a:lvl2pPr marL="359954" indent="0">
              <a:buNone/>
              <a:defRPr sz="1575" b="1"/>
            </a:lvl2pPr>
            <a:lvl3pPr marL="719907" indent="0">
              <a:buNone/>
              <a:defRPr sz="1417" b="1"/>
            </a:lvl3pPr>
            <a:lvl4pPr marL="1079861" indent="0">
              <a:buNone/>
              <a:defRPr sz="1260" b="1"/>
            </a:lvl4pPr>
            <a:lvl5pPr marL="1439814" indent="0">
              <a:buNone/>
              <a:defRPr sz="1260" b="1"/>
            </a:lvl5pPr>
            <a:lvl6pPr marL="1799768" indent="0">
              <a:buNone/>
              <a:defRPr sz="1260" b="1"/>
            </a:lvl6pPr>
            <a:lvl7pPr marL="2159721" indent="0">
              <a:buNone/>
              <a:defRPr sz="1260" b="1"/>
            </a:lvl7pPr>
            <a:lvl8pPr marL="2519675" indent="0">
              <a:buNone/>
              <a:defRPr sz="1260" b="1"/>
            </a:lvl8pPr>
            <a:lvl9pPr marL="2879628" indent="0">
              <a:buNone/>
              <a:defRPr sz="126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644652" y="3419544"/>
            <a:ext cx="3060646" cy="502963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066AC1-9EBE-4FAC-AB84-7C4667A0BEE3}" type="datetimeFigureOut">
              <a:rPr lang="zh-CN" altLang="en-US" smtClean="0"/>
              <a:t>2023/6/23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9D68A9-A8E2-40B2-A331-3ED2A13328E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041777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066AC1-9EBE-4FAC-AB84-7C4667A0BEE3}" type="datetimeFigureOut">
              <a:rPr lang="zh-CN" altLang="en-US" smtClean="0"/>
              <a:t>2023/6/23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9D68A9-A8E2-40B2-A331-3ED2A13328E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363449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066AC1-9EBE-4FAC-AB84-7C4667A0BEE3}" type="datetimeFigureOut">
              <a:rPr lang="zh-CN" altLang="en-US" smtClean="0"/>
              <a:t>2023/6/23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9D68A9-A8E2-40B2-A331-3ED2A13328E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411098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890" y="624099"/>
            <a:ext cx="2321966" cy="2184347"/>
          </a:xfrm>
        </p:spPr>
        <p:txBody>
          <a:bodyPr anchor="b"/>
          <a:lstStyle>
            <a:lvl1pPr>
              <a:defRPr sz="2519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60646" y="1347883"/>
            <a:ext cx="3644652" cy="6652724"/>
          </a:xfrm>
        </p:spPr>
        <p:txBody>
          <a:bodyPr/>
          <a:lstStyle>
            <a:lvl1pPr>
              <a:defRPr sz="2519"/>
            </a:lvl1pPr>
            <a:lvl2pPr>
              <a:defRPr sz="2204"/>
            </a:lvl2pPr>
            <a:lvl3pPr>
              <a:defRPr sz="1890"/>
            </a:lvl3pPr>
            <a:lvl4pPr>
              <a:defRPr sz="1575"/>
            </a:lvl4pPr>
            <a:lvl5pPr>
              <a:defRPr sz="1575"/>
            </a:lvl5pPr>
            <a:lvl6pPr>
              <a:defRPr sz="1575"/>
            </a:lvl6pPr>
            <a:lvl7pPr>
              <a:defRPr sz="1575"/>
            </a:lvl7pPr>
            <a:lvl8pPr>
              <a:defRPr sz="1575"/>
            </a:lvl8pPr>
            <a:lvl9pPr>
              <a:defRPr sz="1575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95890" y="2808447"/>
            <a:ext cx="2321966" cy="5202994"/>
          </a:xfrm>
        </p:spPr>
        <p:txBody>
          <a:bodyPr/>
          <a:lstStyle>
            <a:lvl1pPr marL="0" indent="0">
              <a:buNone/>
              <a:defRPr sz="1260"/>
            </a:lvl1pPr>
            <a:lvl2pPr marL="359954" indent="0">
              <a:buNone/>
              <a:defRPr sz="1102"/>
            </a:lvl2pPr>
            <a:lvl3pPr marL="719907" indent="0">
              <a:buNone/>
              <a:defRPr sz="945"/>
            </a:lvl3pPr>
            <a:lvl4pPr marL="1079861" indent="0">
              <a:buNone/>
              <a:defRPr sz="787"/>
            </a:lvl4pPr>
            <a:lvl5pPr marL="1439814" indent="0">
              <a:buNone/>
              <a:defRPr sz="787"/>
            </a:lvl5pPr>
            <a:lvl6pPr marL="1799768" indent="0">
              <a:buNone/>
              <a:defRPr sz="787"/>
            </a:lvl6pPr>
            <a:lvl7pPr marL="2159721" indent="0">
              <a:buNone/>
              <a:defRPr sz="787"/>
            </a:lvl7pPr>
            <a:lvl8pPr marL="2519675" indent="0">
              <a:buNone/>
              <a:defRPr sz="787"/>
            </a:lvl8pPr>
            <a:lvl9pPr marL="2879628" indent="0">
              <a:buNone/>
              <a:defRPr sz="787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066AC1-9EBE-4FAC-AB84-7C4667A0BEE3}" type="datetimeFigureOut">
              <a:rPr lang="zh-CN" altLang="en-US" smtClean="0"/>
              <a:t>2023/6/23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9D68A9-A8E2-40B2-A331-3ED2A13328E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510488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890" y="624099"/>
            <a:ext cx="2321966" cy="2184347"/>
          </a:xfrm>
        </p:spPr>
        <p:txBody>
          <a:bodyPr anchor="b"/>
          <a:lstStyle>
            <a:lvl1pPr>
              <a:defRPr sz="2519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060646" y="1347883"/>
            <a:ext cx="3644652" cy="6652724"/>
          </a:xfrm>
        </p:spPr>
        <p:txBody>
          <a:bodyPr anchor="t"/>
          <a:lstStyle>
            <a:lvl1pPr marL="0" indent="0">
              <a:buNone/>
              <a:defRPr sz="2519"/>
            </a:lvl1pPr>
            <a:lvl2pPr marL="359954" indent="0">
              <a:buNone/>
              <a:defRPr sz="2204"/>
            </a:lvl2pPr>
            <a:lvl3pPr marL="719907" indent="0">
              <a:buNone/>
              <a:defRPr sz="1890"/>
            </a:lvl3pPr>
            <a:lvl4pPr marL="1079861" indent="0">
              <a:buNone/>
              <a:defRPr sz="1575"/>
            </a:lvl4pPr>
            <a:lvl5pPr marL="1439814" indent="0">
              <a:buNone/>
              <a:defRPr sz="1575"/>
            </a:lvl5pPr>
            <a:lvl6pPr marL="1799768" indent="0">
              <a:buNone/>
              <a:defRPr sz="1575"/>
            </a:lvl6pPr>
            <a:lvl7pPr marL="2159721" indent="0">
              <a:buNone/>
              <a:defRPr sz="1575"/>
            </a:lvl7pPr>
            <a:lvl8pPr marL="2519675" indent="0">
              <a:buNone/>
              <a:defRPr sz="1575"/>
            </a:lvl8pPr>
            <a:lvl9pPr marL="2879628" indent="0">
              <a:buNone/>
              <a:defRPr sz="1575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95890" y="2808447"/>
            <a:ext cx="2321966" cy="5202994"/>
          </a:xfrm>
        </p:spPr>
        <p:txBody>
          <a:bodyPr/>
          <a:lstStyle>
            <a:lvl1pPr marL="0" indent="0">
              <a:buNone/>
              <a:defRPr sz="1260"/>
            </a:lvl1pPr>
            <a:lvl2pPr marL="359954" indent="0">
              <a:buNone/>
              <a:defRPr sz="1102"/>
            </a:lvl2pPr>
            <a:lvl3pPr marL="719907" indent="0">
              <a:buNone/>
              <a:defRPr sz="945"/>
            </a:lvl3pPr>
            <a:lvl4pPr marL="1079861" indent="0">
              <a:buNone/>
              <a:defRPr sz="787"/>
            </a:lvl4pPr>
            <a:lvl5pPr marL="1439814" indent="0">
              <a:buNone/>
              <a:defRPr sz="787"/>
            </a:lvl5pPr>
            <a:lvl6pPr marL="1799768" indent="0">
              <a:buNone/>
              <a:defRPr sz="787"/>
            </a:lvl6pPr>
            <a:lvl7pPr marL="2159721" indent="0">
              <a:buNone/>
              <a:defRPr sz="787"/>
            </a:lvl7pPr>
            <a:lvl8pPr marL="2519675" indent="0">
              <a:buNone/>
              <a:defRPr sz="787"/>
            </a:lvl8pPr>
            <a:lvl9pPr marL="2879628" indent="0">
              <a:buNone/>
              <a:defRPr sz="787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066AC1-9EBE-4FAC-AB84-7C4667A0BEE3}" type="datetimeFigureOut">
              <a:rPr lang="zh-CN" altLang="en-US" smtClean="0"/>
              <a:t>2023/6/23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9D68A9-A8E2-40B2-A331-3ED2A13328E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585728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066AC1-9EBE-4FAC-AB84-7C4667A0BEE3}" type="datetimeFigureOut">
              <a:rPr lang="zh-CN" altLang="en-US" smtClean="0"/>
              <a:t>2023/6/23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9D68A9-A8E2-40B2-A331-3ED2A13328E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912837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152009" y="498413"/>
            <a:ext cx="1552352" cy="793342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94953" y="498413"/>
            <a:ext cx="4567064" cy="793342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066AC1-9EBE-4FAC-AB84-7C4667A0BEE3}" type="datetimeFigureOut">
              <a:rPr lang="zh-CN" altLang="en-US" smtClean="0"/>
              <a:t>2023/6/23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9D68A9-A8E2-40B2-A331-3ED2A13328E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140163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94953" y="498415"/>
            <a:ext cx="6209407" cy="180945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4953" y="2492063"/>
            <a:ext cx="6209407" cy="59397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94953" y="8676714"/>
            <a:ext cx="1619845" cy="49841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4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066AC1-9EBE-4FAC-AB84-7C4667A0BEE3}" type="datetimeFigureOut">
              <a:rPr lang="zh-CN" altLang="en-US" smtClean="0"/>
              <a:t>2023/6/23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84773" y="8676714"/>
            <a:ext cx="2429768" cy="49841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4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084515" y="8676714"/>
            <a:ext cx="1619845" cy="49841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4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9D68A9-A8E2-40B2-A331-3ED2A13328E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806660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719907" rtl="0" eaLnBrk="1" latinLnBrk="0" hangingPunct="1">
        <a:lnSpc>
          <a:spcPct val="90000"/>
        </a:lnSpc>
        <a:spcBef>
          <a:spcPct val="0"/>
        </a:spcBef>
        <a:buNone/>
        <a:defRPr sz="346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9977" indent="-179977" algn="l" defTabSz="719907" rtl="0" eaLnBrk="1" latinLnBrk="0" hangingPunct="1">
        <a:lnSpc>
          <a:spcPct val="90000"/>
        </a:lnSpc>
        <a:spcBef>
          <a:spcPts val="787"/>
        </a:spcBef>
        <a:buFont typeface="Arial" panose="020B0604020202020204" pitchFamily="34" charset="0"/>
        <a:buChar char="•"/>
        <a:defRPr sz="2204" kern="1200">
          <a:solidFill>
            <a:schemeClr val="tx1"/>
          </a:solidFill>
          <a:latin typeface="+mn-lt"/>
          <a:ea typeface="+mn-ea"/>
          <a:cs typeface="+mn-cs"/>
        </a:defRPr>
      </a:lvl1pPr>
      <a:lvl2pPr marL="539930" indent="-179977" algn="l" defTabSz="719907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2pPr>
      <a:lvl3pPr marL="899884" indent="-179977" algn="l" defTabSz="719907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575" kern="1200">
          <a:solidFill>
            <a:schemeClr val="tx1"/>
          </a:solidFill>
          <a:latin typeface="+mn-lt"/>
          <a:ea typeface="+mn-ea"/>
          <a:cs typeface="+mn-cs"/>
        </a:defRPr>
      </a:lvl3pPr>
      <a:lvl4pPr marL="1259837" indent="-179977" algn="l" defTabSz="719907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7" kern="1200">
          <a:solidFill>
            <a:schemeClr val="tx1"/>
          </a:solidFill>
          <a:latin typeface="+mn-lt"/>
          <a:ea typeface="+mn-ea"/>
          <a:cs typeface="+mn-cs"/>
        </a:defRPr>
      </a:lvl4pPr>
      <a:lvl5pPr marL="1619791" indent="-179977" algn="l" defTabSz="719907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7" kern="1200">
          <a:solidFill>
            <a:schemeClr val="tx1"/>
          </a:solidFill>
          <a:latin typeface="+mn-lt"/>
          <a:ea typeface="+mn-ea"/>
          <a:cs typeface="+mn-cs"/>
        </a:defRPr>
      </a:lvl5pPr>
      <a:lvl6pPr marL="1979745" indent="-179977" algn="l" defTabSz="719907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7" kern="1200">
          <a:solidFill>
            <a:schemeClr val="tx1"/>
          </a:solidFill>
          <a:latin typeface="+mn-lt"/>
          <a:ea typeface="+mn-ea"/>
          <a:cs typeface="+mn-cs"/>
        </a:defRPr>
      </a:lvl6pPr>
      <a:lvl7pPr marL="2339698" indent="-179977" algn="l" defTabSz="719907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7" kern="1200">
          <a:solidFill>
            <a:schemeClr val="tx1"/>
          </a:solidFill>
          <a:latin typeface="+mn-lt"/>
          <a:ea typeface="+mn-ea"/>
          <a:cs typeface="+mn-cs"/>
        </a:defRPr>
      </a:lvl7pPr>
      <a:lvl8pPr marL="2699652" indent="-179977" algn="l" defTabSz="719907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7" kern="1200">
          <a:solidFill>
            <a:schemeClr val="tx1"/>
          </a:solidFill>
          <a:latin typeface="+mn-lt"/>
          <a:ea typeface="+mn-ea"/>
          <a:cs typeface="+mn-cs"/>
        </a:defRPr>
      </a:lvl8pPr>
      <a:lvl9pPr marL="3059605" indent="-179977" algn="l" defTabSz="719907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19907" rtl="0" eaLnBrk="1" latinLnBrk="0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1pPr>
      <a:lvl2pPr marL="359954" algn="l" defTabSz="719907" rtl="0" eaLnBrk="1" latinLnBrk="0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2pPr>
      <a:lvl3pPr marL="719907" algn="l" defTabSz="719907" rtl="0" eaLnBrk="1" latinLnBrk="0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3pPr>
      <a:lvl4pPr marL="1079861" algn="l" defTabSz="719907" rtl="0" eaLnBrk="1" latinLnBrk="0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4pPr>
      <a:lvl5pPr marL="1439814" algn="l" defTabSz="719907" rtl="0" eaLnBrk="1" latinLnBrk="0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5pPr>
      <a:lvl6pPr marL="1799768" algn="l" defTabSz="719907" rtl="0" eaLnBrk="1" latinLnBrk="0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6pPr>
      <a:lvl7pPr marL="2159721" algn="l" defTabSz="719907" rtl="0" eaLnBrk="1" latinLnBrk="0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7pPr>
      <a:lvl8pPr marL="2519675" algn="l" defTabSz="719907" rtl="0" eaLnBrk="1" latinLnBrk="0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8pPr>
      <a:lvl9pPr marL="2879628" algn="l" defTabSz="719907" rtl="0" eaLnBrk="1" latinLnBrk="0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>
            <a:extLst>
              <a:ext uri="{FF2B5EF4-FFF2-40B4-BE49-F238E27FC236}">
                <a16:creationId xmlns:a16="http://schemas.microsoft.com/office/drawing/2014/main" id="{87A7E7A4-38BB-5890-055A-928A030CFFE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449" y="101600"/>
            <a:ext cx="6968415" cy="9131300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9E1D2235-05F0-E3F4-ACD4-2B4429ED1069}"/>
              </a:ext>
            </a:extLst>
          </p:cNvPr>
          <p:cNvSpPr txBox="1"/>
          <p:nvPr/>
        </p:nvSpPr>
        <p:spPr>
          <a:xfrm>
            <a:off x="115449" y="795321"/>
            <a:ext cx="5296394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4400" b="0" i="0" dirty="0">
                <a:solidFill>
                  <a:srgbClr val="2A2B2E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Internet Implicit Emotion Week Report</a:t>
            </a:r>
            <a:endParaRPr lang="en-US" altLang="zh-CN" sz="4300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EA8DB766-A755-BD81-B1C1-94AC56F776EB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1229" t="10485" r="28140" b="8540"/>
          <a:stretch/>
        </p:blipFill>
        <p:spPr>
          <a:xfrm>
            <a:off x="5266457" y="179388"/>
            <a:ext cx="1743545" cy="2505694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20105A35-3606-2950-3B9C-09BD5D35358C}"/>
              </a:ext>
            </a:extLst>
          </p:cNvPr>
          <p:cNvSpPr txBox="1"/>
          <p:nvPr/>
        </p:nvSpPr>
        <p:spPr>
          <a:xfrm>
            <a:off x="3990109" y="3039405"/>
            <a:ext cx="320920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8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2022 September 1-th</a:t>
            </a:r>
            <a:endParaRPr lang="zh-CN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AB21E411-B6DF-AF73-F1C5-2D0702B9BBB3}"/>
              </a:ext>
            </a:extLst>
          </p:cNvPr>
          <p:cNvSpPr txBox="1"/>
          <p:nvPr/>
        </p:nvSpPr>
        <p:spPr>
          <a:xfrm>
            <a:off x="4785755" y="8882618"/>
            <a:ext cx="231859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Turn the page here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箭头: 右 5">
            <a:extLst>
              <a:ext uri="{FF2B5EF4-FFF2-40B4-BE49-F238E27FC236}">
                <a16:creationId xmlns:a16="http://schemas.microsoft.com/office/drawing/2014/main" id="{F164D18F-7E80-5FDF-3832-0414D5624C9E}"/>
              </a:ext>
            </a:extLst>
          </p:cNvPr>
          <p:cNvSpPr/>
          <p:nvPr/>
        </p:nvSpPr>
        <p:spPr>
          <a:xfrm>
            <a:off x="6727397" y="9053002"/>
            <a:ext cx="297656" cy="76064"/>
          </a:xfrm>
          <a:prstGeom prst="rightArrow">
            <a:avLst>
              <a:gd name="adj1" fmla="val 30534"/>
              <a:gd name="adj2" fmla="val 144348"/>
            </a:avLst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545405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 2013 - 2022</Template>
  <TotalTime>441</TotalTime>
  <Words>13</Words>
  <Application>Microsoft Office PowerPoint</Application>
  <PresentationFormat>自定义</PresentationFormat>
  <Paragraphs>4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7" baseType="lpstr">
      <vt:lpstr>等线</vt:lpstr>
      <vt:lpstr>Arial</vt:lpstr>
      <vt:lpstr>Calibri</vt:lpstr>
      <vt:lpstr>Calibri Light</vt:lpstr>
      <vt:lpstr>Times New Roman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changsong wen</dc:creator>
  <cp:lastModifiedBy>changsong wen</cp:lastModifiedBy>
  <cp:revision>37</cp:revision>
  <dcterms:created xsi:type="dcterms:W3CDTF">2023-06-19T12:13:38Z</dcterms:created>
  <dcterms:modified xsi:type="dcterms:W3CDTF">2023-06-23T11:21:40Z</dcterms:modified>
</cp:coreProperties>
</file>